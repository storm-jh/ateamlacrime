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3" r:id="rId5"/>
    <p:sldId id="264" r:id="rId6"/>
    <p:sldId id="265" r:id="rId7"/>
    <p:sldId id="260" r:id="rId8"/>
    <p:sldId id="266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4" autoAdjust="0"/>
    <p:restoredTop sz="94660"/>
  </p:normalViewPr>
  <p:slideViewPr>
    <p:cSldViewPr snapToGrid="0">
      <p:cViewPr varScale="1">
        <p:scale>
          <a:sx n="89" d="100"/>
          <a:sy n="89" d="100"/>
        </p:scale>
        <p:origin x="2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9D89-92F5-4863-AAFF-0E02898E4F2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C517-A879-4E94-9E67-AA6F76314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1090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9D89-92F5-4863-AAFF-0E02898E4F2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C517-A879-4E94-9E67-AA6F76314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594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9D89-92F5-4863-AAFF-0E02898E4F2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C517-A879-4E94-9E67-AA6F76314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976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9D89-92F5-4863-AAFF-0E02898E4F2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C517-A879-4E94-9E67-AA6F76314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9405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9D89-92F5-4863-AAFF-0E02898E4F2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C517-A879-4E94-9E67-AA6F76314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4304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9D89-92F5-4863-AAFF-0E02898E4F2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C517-A879-4E94-9E67-AA6F76314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4381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9D89-92F5-4863-AAFF-0E02898E4F2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C517-A879-4E94-9E67-AA6F76314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89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9D89-92F5-4863-AAFF-0E02898E4F2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C517-A879-4E94-9E67-AA6F76314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332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9D89-92F5-4863-AAFF-0E02898E4F2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C517-A879-4E94-9E67-AA6F76314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3889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9D89-92F5-4863-AAFF-0E02898E4F2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C517-A879-4E94-9E67-AA6F76314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265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A9D89-92F5-4863-AAFF-0E02898E4F2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A8C517-A879-4E94-9E67-AA6F76314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896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A9D89-92F5-4863-AAFF-0E02898E4F2B}" type="datetimeFigureOut">
              <a:rPr lang="en-GB" smtClean="0"/>
              <a:t>10/12/2025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A8C517-A879-4E94-9E67-AA6F76314BF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2806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2563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8419" y="0"/>
            <a:ext cx="10515600" cy="1325563"/>
          </a:xfrm>
        </p:spPr>
        <p:txBody>
          <a:bodyPr/>
          <a:lstStyle/>
          <a:p>
            <a:r>
              <a:rPr lang="en-GB" dirty="0" smtClean="0"/>
              <a:t>Interactive Dashboard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19" y="1093838"/>
            <a:ext cx="11001555" cy="5449813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95028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Interactive Dashboard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Combination of side-bar filtering and visualisation filtering to arrive at insights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573" y="2699161"/>
            <a:ext cx="6550325" cy="36127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9342" y="2872596"/>
            <a:ext cx="4070231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en-GB" sz="2800" dirty="0" smtClean="0"/>
              <a:t>Trespassing </a:t>
            </a:r>
            <a:r>
              <a:rPr lang="en-GB" sz="2800" dirty="0" smtClean="0"/>
              <a:t>showing a rapid increase in 2024/2025, especially in </a:t>
            </a:r>
            <a:r>
              <a:rPr lang="en-GB" sz="2800" dirty="0" smtClean="0"/>
              <a:t>Central</a:t>
            </a:r>
          </a:p>
          <a:p>
            <a:pPr marL="457200" indent="-457200">
              <a:buFontTx/>
              <a:buChar char="-"/>
            </a:pPr>
            <a:r>
              <a:rPr lang="en-GB" sz="2800" dirty="0" smtClean="0"/>
              <a:t>Investigate to understand why this increase is happening</a:t>
            </a:r>
            <a:endParaRPr lang="en-GB" sz="2800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489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Theft of Identity	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2731548" cy="3811588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GB" dirty="0" smtClean="0"/>
              <a:t>Affecting a higher number of females across all areas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High </a:t>
            </a:r>
            <a:r>
              <a:rPr lang="en-GB" dirty="0" smtClean="0"/>
              <a:t>data </a:t>
            </a:r>
            <a:r>
              <a:rPr lang="en-GB" dirty="0" smtClean="0"/>
              <a:t>peaks on the 1</a:t>
            </a:r>
            <a:r>
              <a:rPr lang="en-GB" baseline="30000" dirty="0" smtClean="0"/>
              <a:t>st</a:t>
            </a:r>
            <a:r>
              <a:rPr lang="en-GB" dirty="0" smtClean="0"/>
              <a:t> of the </a:t>
            </a:r>
            <a:r>
              <a:rPr lang="en-GB" dirty="0" smtClean="0"/>
              <a:t>month from late 2021 through 2022, suggesting possible crime documentation </a:t>
            </a:r>
            <a:r>
              <a:rPr lang="en-GB" dirty="0" smtClean="0"/>
              <a:t>errors.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948" y="1522562"/>
            <a:ext cx="7018580" cy="348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266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Burglary 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GB" dirty="0" smtClean="0"/>
              <a:t>Peak evident week of 25 May 2020</a:t>
            </a:r>
            <a:endParaRPr lang="en-GB" dirty="0"/>
          </a:p>
          <a:p>
            <a:pPr marL="285750" indent="-285750">
              <a:buFontTx/>
              <a:buChar char="-"/>
            </a:pPr>
            <a:r>
              <a:rPr lang="en-GB" dirty="0" smtClean="0"/>
              <a:t>Large surge of burglaries in Wilshire at this time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Further investigation required as to why this happened at that time in that area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611" y="1563511"/>
            <a:ext cx="6659441" cy="3721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443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Shoplifting 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Tx/>
              <a:buChar char="-"/>
            </a:pPr>
            <a:r>
              <a:rPr lang="en-GB" dirty="0" smtClean="0"/>
              <a:t>Instances of shoplifting increasing steadily over time 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Wilshire, Topanga and West LA worst affected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Recommendation to increase amount of CCTV in these areas to deter crime</a:t>
            </a:r>
          </a:p>
          <a:p>
            <a:pPr marL="285750" indent="-285750">
              <a:buFontTx/>
              <a:buChar char="-"/>
            </a:pP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6923" y="1587308"/>
            <a:ext cx="7008812" cy="387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44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Hourly Instances of crimes by area</a:t>
            </a:r>
            <a:endParaRPr lang="en-GB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884" y="1446063"/>
            <a:ext cx="9047522" cy="4351338"/>
          </a:xfrm>
        </p:spPr>
      </p:pic>
      <p:sp>
        <p:nvSpPr>
          <p:cNvPr id="7" name="TextBox 6"/>
          <p:cNvSpPr txBox="1"/>
          <p:nvPr/>
        </p:nvSpPr>
        <p:spPr>
          <a:xfrm>
            <a:off x="966158" y="5805577"/>
            <a:ext cx="88593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- Granular data for deciding where and when to deploy resources.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8368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Dashboard 2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266386" cy="3811588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GB" dirty="0" err="1" smtClean="0"/>
              <a:t>Heatmap</a:t>
            </a:r>
            <a:r>
              <a:rPr lang="en-GB" dirty="0" smtClean="0"/>
              <a:t> shows peak times for reported crimes</a:t>
            </a:r>
          </a:p>
          <a:p>
            <a:pPr marL="285750" indent="-285750">
              <a:buFontTx/>
              <a:buChar char="-"/>
            </a:pPr>
            <a:r>
              <a:rPr lang="en-GB" dirty="0" err="1" smtClean="0"/>
              <a:t>Eg</a:t>
            </a:r>
            <a:r>
              <a:rPr lang="en-GB" dirty="0" smtClean="0"/>
              <a:t>. </a:t>
            </a:r>
            <a:r>
              <a:rPr lang="en-GB" dirty="0"/>
              <a:t>b</a:t>
            </a:r>
            <a:r>
              <a:rPr lang="en-GB" dirty="0" smtClean="0"/>
              <a:t>urglary most frequent between 15h and 18h on Fridays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Victim descent predominantly white in case of burglary</a:t>
            </a:r>
          </a:p>
          <a:p>
            <a:pPr marL="285750" indent="-285750">
              <a:buFontTx/>
              <a:buChar char="-"/>
            </a:pPr>
            <a:r>
              <a:rPr lang="en-GB" dirty="0" smtClean="0"/>
              <a:t>Pacific and West LA neighbourhoods with most incidences of burglary</a:t>
            </a: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6559" y="1436808"/>
            <a:ext cx="7732142" cy="415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493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Conclusions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Interactive dashboard very useful for investigating crime data</a:t>
            </a:r>
          </a:p>
          <a:p>
            <a:r>
              <a:rPr lang="en-GB" dirty="0" smtClean="0"/>
              <a:t>Data reporting of LAPD generally of high quality, however could be improved by more accurate time &amp; age reporting to eradicate data artefacts and artificial spikes.</a:t>
            </a:r>
          </a:p>
          <a:p>
            <a:r>
              <a:rPr lang="en-GB" dirty="0" smtClean="0"/>
              <a:t>Many analyses possible from this dataset, more specific instructions from stakeholders would aid in focussed drilling down of data to gain insights.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5795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2519</TotalTime>
  <Words>243</Words>
  <Application>Microsoft Office PowerPoint</Application>
  <PresentationFormat>Widescreen</PresentationFormat>
  <Paragraphs>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Interactive Dashboard</vt:lpstr>
      <vt:lpstr>Interactive Dashboard</vt:lpstr>
      <vt:lpstr>Theft of Identity </vt:lpstr>
      <vt:lpstr>Burglary </vt:lpstr>
      <vt:lpstr>Shoplifting </vt:lpstr>
      <vt:lpstr>Hourly Instances of crimes by area</vt:lpstr>
      <vt:lpstr>Dashboard 2 </vt:lpstr>
      <vt:lpstr>Conclusions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16</cp:revision>
  <dcterms:created xsi:type="dcterms:W3CDTF">2025-12-09T15:19:07Z</dcterms:created>
  <dcterms:modified xsi:type="dcterms:W3CDTF">2025-12-11T10:42:45Z</dcterms:modified>
</cp:coreProperties>
</file>