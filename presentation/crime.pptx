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ABB5A1-6365-442E-B31B-C6EC0592F05E}" v="326" dt="2025-12-10T03:41:34.6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2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Overment" userId="8eb1ea8fc79da718" providerId="LiveId" clId="{E1C34BF6-E874-45E0-9ED8-E63586862A43}"/>
    <pc:docChg chg="undo custSel delSld modSld modMainMaster">
      <pc:chgData name="Thomas Overment" userId="8eb1ea8fc79da718" providerId="LiveId" clId="{E1C34BF6-E874-45E0-9ED8-E63586862A43}" dt="2025-12-10T03:41:34.604" v="376"/>
      <pc:docMkLst>
        <pc:docMk/>
      </pc:docMkLst>
      <pc:sldChg chg="del">
        <pc:chgData name="Thomas Overment" userId="8eb1ea8fc79da718" providerId="LiveId" clId="{E1C34BF6-E874-45E0-9ED8-E63586862A43}" dt="2025-12-10T03:27:56.645" v="320" actId="2696"/>
        <pc:sldMkLst>
          <pc:docMk/>
          <pc:sldMk cId="1287588497" sldId="256"/>
        </pc:sldMkLst>
      </pc:sldChg>
      <pc:sldChg chg="addSp delSp modSp mod setBg modAnim">
        <pc:chgData name="Thomas Overment" userId="8eb1ea8fc79da718" providerId="LiveId" clId="{E1C34BF6-E874-45E0-9ED8-E63586862A43}" dt="2025-12-10T03:41:34.604" v="376"/>
        <pc:sldMkLst>
          <pc:docMk/>
          <pc:sldMk cId="2827798305" sldId="257"/>
        </pc:sldMkLst>
        <pc:spChg chg="add mod">
          <ac:chgData name="Thomas Overment" userId="8eb1ea8fc79da718" providerId="LiveId" clId="{E1C34BF6-E874-45E0-9ED8-E63586862A43}" dt="2025-12-09T22:30:08.251" v="24" actId="1076"/>
          <ac:spMkLst>
            <pc:docMk/>
            <pc:sldMk cId="2827798305" sldId="257"/>
            <ac:spMk id="34" creationId="{0665B862-E58E-5EAC-73B0-0FCA3C57103A}"/>
          </ac:spMkLst>
        </pc:spChg>
        <pc:spChg chg="add mod">
          <ac:chgData name="Thomas Overment" userId="8eb1ea8fc79da718" providerId="LiveId" clId="{E1C34BF6-E874-45E0-9ED8-E63586862A43}" dt="2025-12-09T22:41:01.476" v="37" actId="1076"/>
          <ac:spMkLst>
            <pc:docMk/>
            <pc:sldMk cId="2827798305" sldId="257"/>
            <ac:spMk id="35" creationId="{6CCE1C55-393A-3067-678D-3AFDA65FCBB0}"/>
          </ac:spMkLst>
        </pc:spChg>
        <pc:spChg chg="add del mod">
          <ac:chgData name="Thomas Overment" userId="8eb1ea8fc79da718" providerId="LiveId" clId="{E1C34BF6-E874-45E0-9ED8-E63586862A43}" dt="2025-12-09T22:44:04.286" v="59"/>
          <ac:spMkLst>
            <pc:docMk/>
            <pc:sldMk cId="2827798305" sldId="257"/>
            <ac:spMk id="36" creationId="{C9BE64A0-0B5E-E3C9-D228-A140D083351E}"/>
          </ac:spMkLst>
        </pc:spChg>
        <pc:spChg chg="add mod">
          <ac:chgData name="Thomas Overment" userId="8eb1ea8fc79da718" providerId="LiveId" clId="{E1C34BF6-E874-45E0-9ED8-E63586862A43}" dt="2025-12-09T22:45:30.338" v="65" actId="1076"/>
          <ac:spMkLst>
            <pc:docMk/>
            <pc:sldMk cId="2827798305" sldId="257"/>
            <ac:spMk id="37" creationId="{6E18355A-F950-A248-95C3-CCDAB7AD65F8}"/>
          </ac:spMkLst>
        </pc:spChg>
        <pc:spChg chg="add mod">
          <ac:chgData name="Thomas Overment" userId="8eb1ea8fc79da718" providerId="LiveId" clId="{E1C34BF6-E874-45E0-9ED8-E63586862A43}" dt="2025-12-09T22:50:48.163" v="115" actId="20577"/>
          <ac:spMkLst>
            <pc:docMk/>
            <pc:sldMk cId="2827798305" sldId="257"/>
            <ac:spMk id="38" creationId="{CEBC89A9-7102-F624-71BD-D25D83A70002}"/>
          </ac:spMkLst>
        </pc:spChg>
        <pc:spChg chg="add del">
          <ac:chgData name="Thomas Overment" userId="8eb1ea8fc79da718" providerId="LiveId" clId="{E1C34BF6-E874-45E0-9ED8-E63586862A43}" dt="2025-12-09T22:50:36.648" v="112"/>
          <ac:spMkLst>
            <pc:docMk/>
            <pc:sldMk cId="2827798305" sldId="257"/>
            <ac:spMk id="39" creationId="{C3E048C5-465F-0BCF-FAE2-8776C397802A}"/>
          </ac:spMkLst>
        </pc:spChg>
        <pc:spChg chg="add del mod">
          <ac:chgData name="Thomas Overment" userId="8eb1ea8fc79da718" providerId="LiveId" clId="{E1C34BF6-E874-45E0-9ED8-E63586862A43}" dt="2025-12-09T22:52:10.607" v="124"/>
          <ac:spMkLst>
            <pc:docMk/>
            <pc:sldMk cId="2827798305" sldId="257"/>
            <ac:spMk id="40" creationId="{21E25228-D105-8E7C-6247-D6D0BD290B7B}"/>
          </ac:spMkLst>
        </pc:spChg>
        <pc:spChg chg="add mod">
          <ac:chgData name="Thomas Overment" userId="8eb1ea8fc79da718" providerId="LiveId" clId="{E1C34BF6-E874-45E0-9ED8-E63586862A43}" dt="2025-12-09T22:52:00.655" v="121" actId="1076"/>
          <ac:spMkLst>
            <pc:docMk/>
            <pc:sldMk cId="2827798305" sldId="257"/>
            <ac:spMk id="41" creationId="{BA2351CC-CCD4-D2F4-E30C-8A45D2963FB8}"/>
          </ac:spMkLst>
        </pc:spChg>
        <pc:spChg chg="add mod">
          <ac:chgData name="Thomas Overment" userId="8eb1ea8fc79da718" providerId="LiveId" clId="{E1C34BF6-E874-45E0-9ED8-E63586862A43}" dt="2025-12-09T22:53:58.942" v="142" actId="1076"/>
          <ac:spMkLst>
            <pc:docMk/>
            <pc:sldMk cId="2827798305" sldId="257"/>
            <ac:spMk id="42" creationId="{E347582B-9A4B-498E-03FB-A3C747ED973A}"/>
          </ac:spMkLst>
        </pc:spChg>
        <pc:spChg chg="add mod">
          <ac:chgData name="Thomas Overment" userId="8eb1ea8fc79da718" providerId="LiveId" clId="{E1C34BF6-E874-45E0-9ED8-E63586862A43}" dt="2025-12-09T22:56:37.475" v="167" actId="1076"/>
          <ac:spMkLst>
            <pc:docMk/>
            <pc:sldMk cId="2827798305" sldId="257"/>
            <ac:spMk id="43" creationId="{BA5E587E-FF8C-83D2-9ED2-3D5FDF80CB32}"/>
          </ac:spMkLst>
        </pc:spChg>
        <pc:spChg chg="add mod">
          <ac:chgData name="Thomas Overment" userId="8eb1ea8fc79da718" providerId="LiveId" clId="{E1C34BF6-E874-45E0-9ED8-E63586862A43}" dt="2025-12-09T22:57:58.145" v="184" actId="1076"/>
          <ac:spMkLst>
            <pc:docMk/>
            <pc:sldMk cId="2827798305" sldId="257"/>
            <ac:spMk id="44" creationId="{B907A3E2-3855-8B06-388E-0B4F3FA93047}"/>
          </ac:spMkLst>
        </pc:spChg>
        <pc:spChg chg="add mod">
          <ac:chgData name="Thomas Overment" userId="8eb1ea8fc79da718" providerId="LiveId" clId="{E1C34BF6-E874-45E0-9ED8-E63586862A43}" dt="2025-12-10T03:26:36.312" v="308" actId="1076"/>
          <ac:spMkLst>
            <pc:docMk/>
            <pc:sldMk cId="2827798305" sldId="257"/>
            <ac:spMk id="45" creationId="{E601EAA1-5500-D284-D274-046F0732F708}"/>
          </ac:spMkLst>
        </pc:spChg>
        <pc:picChg chg="mod">
          <ac:chgData name="Thomas Overment" userId="8eb1ea8fc79da718" providerId="LiveId" clId="{E1C34BF6-E874-45E0-9ED8-E63586862A43}" dt="2025-12-09T22:43:12.242" v="52" actId="1076"/>
          <ac:picMkLst>
            <pc:docMk/>
            <pc:sldMk cId="2827798305" sldId="257"/>
            <ac:picMk id="16" creationId="{F9CD0DF7-1417-A082-ED53-E6BB1DCF2F9E}"/>
          </ac:picMkLst>
        </pc:picChg>
        <pc:picChg chg="mod">
          <ac:chgData name="Thomas Overment" userId="8eb1ea8fc79da718" providerId="LiveId" clId="{E1C34BF6-E874-45E0-9ED8-E63586862A43}" dt="2025-12-09T22:53:54.016" v="141" actId="1076"/>
          <ac:picMkLst>
            <pc:docMk/>
            <pc:sldMk cId="2827798305" sldId="257"/>
            <ac:picMk id="20" creationId="{F680513B-8D6F-383A-F928-73DFD9EBE988}"/>
          </ac:picMkLst>
        </pc:picChg>
        <pc:picChg chg="add mod">
          <ac:chgData name="Thomas Overment" userId="8eb1ea8fc79da718" providerId="LiveId" clId="{E1C34BF6-E874-45E0-9ED8-E63586862A43}" dt="2025-12-10T03:38:57.362" v="373"/>
          <ac:picMkLst>
            <pc:docMk/>
            <pc:sldMk cId="2827798305" sldId="257"/>
            <ac:picMk id="46" creationId="{7E3E963C-738D-E4D8-2B04-CE50AD615712}"/>
          </ac:picMkLst>
        </pc:picChg>
        <pc:picChg chg="add mod">
          <ac:chgData name="Thomas Overment" userId="8eb1ea8fc79da718" providerId="LiveId" clId="{E1C34BF6-E874-45E0-9ED8-E63586862A43}" dt="2025-12-10T03:40:58.919" v="375"/>
          <ac:picMkLst>
            <pc:docMk/>
            <pc:sldMk cId="2827798305" sldId="257"/>
            <ac:picMk id="47" creationId="{CA53E276-A505-C689-4469-B2CF99CCC3A4}"/>
          </ac:picMkLst>
        </pc:picChg>
      </pc:sldChg>
      <pc:sldMasterChg chg="setBg modSldLayout">
        <pc:chgData name="Thomas Overment" userId="8eb1ea8fc79da718" providerId="LiveId" clId="{E1C34BF6-E874-45E0-9ED8-E63586862A43}" dt="2025-12-10T03:30:41.541" v="372"/>
        <pc:sldMasterMkLst>
          <pc:docMk/>
          <pc:sldMasterMk cId="2180859702" sldId="2147483648"/>
        </pc:sldMasterMkLst>
        <pc:sldLayoutChg chg="setBg">
          <pc:chgData name="Thomas Overment" userId="8eb1ea8fc79da718" providerId="LiveId" clId="{E1C34BF6-E874-45E0-9ED8-E63586862A43}" dt="2025-12-10T03:30:41.541" v="372"/>
          <pc:sldLayoutMkLst>
            <pc:docMk/>
            <pc:sldMasterMk cId="2180859702" sldId="2147483648"/>
            <pc:sldLayoutMk cId="471296329" sldId="2147483649"/>
          </pc:sldLayoutMkLst>
        </pc:sldLayoutChg>
        <pc:sldLayoutChg chg="setBg">
          <pc:chgData name="Thomas Overment" userId="8eb1ea8fc79da718" providerId="LiveId" clId="{E1C34BF6-E874-45E0-9ED8-E63586862A43}" dt="2025-12-10T03:30:41.541" v="372"/>
          <pc:sldLayoutMkLst>
            <pc:docMk/>
            <pc:sldMasterMk cId="2180859702" sldId="2147483648"/>
            <pc:sldLayoutMk cId="2146226979" sldId="2147483650"/>
          </pc:sldLayoutMkLst>
        </pc:sldLayoutChg>
        <pc:sldLayoutChg chg="setBg">
          <pc:chgData name="Thomas Overment" userId="8eb1ea8fc79da718" providerId="LiveId" clId="{E1C34BF6-E874-45E0-9ED8-E63586862A43}" dt="2025-12-10T03:30:41.541" v="372"/>
          <pc:sldLayoutMkLst>
            <pc:docMk/>
            <pc:sldMasterMk cId="2180859702" sldId="2147483648"/>
            <pc:sldLayoutMk cId="445794944" sldId="2147483651"/>
          </pc:sldLayoutMkLst>
        </pc:sldLayoutChg>
        <pc:sldLayoutChg chg="setBg">
          <pc:chgData name="Thomas Overment" userId="8eb1ea8fc79da718" providerId="LiveId" clId="{E1C34BF6-E874-45E0-9ED8-E63586862A43}" dt="2025-12-10T03:30:41.541" v="372"/>
          <pc:sldLayoutMkLst>
            <pc:docMk/>
            <pc:sldMasterMk cId="2180859702" sldId="2147483648"/>
            <pc:sldLayoutMk cId="3155330301" sldId="2147483652"/>
          </pc:sldLayoutMkLst>
        </pc:sldLayoutChg>
        <pc:sldLayoutChg chg="setBg">
          <pc:chgData name="Thomas Overment" userId="8eb1ea8fc79da718" providerId="LiveId" clId="{E1C34BF6-E874-45E0-9ED8-E63586862A43}" dt="2025-12-10T03:30:41.541" v="372"/>
          <pc:sldLayoutMkLst>
            <pc:docMk/>
            <pc:sldMasterMk cId="2180859702" sldId="2147483648"/>
            <pc:sldLayoutMk cId="1203193942" sldId="2147483653"/>
          </pc:sldLayoutMkLst>
        </pc:sldLayoutChg>
        <pc:sldLayoutChg chg="setBg">
          <pc:chgData name="Thomas Overment" userId="8eb1ea8fc79da718" providerId="LiveId" clId="{E1C34BF6-E874-45E0-9ED8-E63586862A43}" dt="2025-12-10T03:30:41.541" v="372"/>
          <pc:sldLayoutMkLst>
            <pc:docMk/>
            <pc:sldMasterMk cId="2180859702" sldId="2147483648"/>
            <pc:sldLayoutMk cId="2428645674" sldId="2147483654"/>
          </pc:sldLayoutMkLst>
        </pc:sldLayoutChg>
        <pc:sldLayoutChg chg="setBg">
          <pc:chgData name="Thomas Overment" userId="8eb1ea8fc79da718" providerId="LiveId" clId="{E1C34BF6-E874-45E0-9ED8-E63586862A43}" dt="2025-12-10T03:30:41.541" v="372"/>
          <pc:sldLayoutMkLst>
            <pc:docMk/>
            <pc:sldMasterMk cId="2180859702" sldId="2147483648"/>
            <pc:sldLayoutMk cId="2053142874" sldId="2147483655"/>
          </pc:sldLayoutMkLst>
        </pc:sldLayoutChg>
        <pc:sldLayoutChg chg="setBg">
          <pc:chgData name="Thomas Overment" userId="8eb1ea8fc79da718" providerId="LiveId" clId="{E1C34BF6-E874-45E0-9ED8-E63586862A43}" dt="2025-12-10T03:30:41.541" v="372"/>
          <pc:sldLayoutMkLst>
            <pc:docMk/>
            <pc:sldMasterMk cId="2180859702" sldId="2147483648"/>
            <pc:sldLayoutMk cId="3203007942" sldId="2147483656"/>
          </pc:sldLayoutMkLst>
        </pc:sldLayoutChg>
        <pc:sldLayoutChg chg="setBg">
          <pc:chgData name="Thomas Overment" userId="8eb1ea8fc79da718" providerId="LiveId" clId="{E1C34BF6-E874-45E0-9ED8-E63586862A43}" dt="2025-12-10T03:30:41.541" v="372"/>
          <pc:sldLayoutMkLst>
            <pc:docMk/>
            <pc:sldMasterMk cId="2180859702" sldId="2147483648"/>
            <pc:sldLayoutMk cId="74385731" sldId="2147483657"/>
          </pc:sldLayoutMkLst>
        </pc:sldLayoutChg>
        <pc:sldLayoutChg chg="setBg">
          <pc:chgData name="Thomas Overment" userId="8eb1ea8fc79da718" providerId="LiveId" clId="{E1C34BF6-E874-45E0-9ED8-E63586862A43}" dt="2025-12-10T03:30:41.541" v="372"/>
          <pc:sldLayoutMkLst>
            <pc:docMk/>
            <pc:sldMasterMk cId="2180859702" sldId="2147483648"/>
            <pc:sldLayoutMk cId="1801594469" sldId="2147483658"/>
          </pc:sldLayoutMkLst>
        </pc:sldLayoutChg>
        <pc:sldLayoutChg chg="setBg">
          <pc:chgData name="Thomas Overment" userId="8eb1ea8fc79da718" providerId="LiveId" clId="{E1C34BF6-E874-45E0-9ED8-E63586862A43}" dt="2025-12-10T03:30:41.541" v="372"/>
          <pc:sldLayoutMkLst>
            <pc:docMk/>
            <pc:sldMasterMk cId="2180859702" sldId="2147483648"/>
            <pc:sldLayoutMk cId="2306454635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DCA84D-01FB-4E19-AFB6-0C48B3127D45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9FC0B2-3F38-49D5-99B2-D731E44058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2349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FC0B2-3F38-49D5-99B2-D731E440583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390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23046-221A-04F9-9063-115342F6D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00A1A2-52F4-7117-D0C8-9C4300BE7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98D73-D468-5987-7289-A5168BE15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83B7-F5D7-4E77-97DA-76CC4056FB59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E6C9C-CCA6-B8EB-058B-5632DC944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A0502-E0D7-04E3-C306-04B6E2CEA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1336-C276-49E6-89A4-E26F9BF874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129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2F766-6146-AC7F-5072-0CCBBEC06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DD59C-4663-6F0F-AA04-307041C0C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A87EF-A17E-7D3E-B485-960E55CB0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83B7-F5D7-4E77-97DA-76CC4056FB59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0D86B-39B3-DEA7-7A59-8710DC6E8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7DDCE-1B45-580C-18C0-C7F59E3DC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1336-C276-49E6-89A4-E26F9BF874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6226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62E33-C822-2B10-39A1-715174EDE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4E7B8C-6B35-EDF8-0B7F-19B05A2DF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7BE69-112D-2F06-AC7D-5599932E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83B7-F5D7-4E77-97DA-76CC4056FB59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FA099-BAF6-9744-7046-D4FF61E1F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1DC40-4AB6-C7D1-33BC-2599BEE95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1336-C276-49E6-89A4-E26F9BF874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5794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C04E9-D61F-1090-6B5D-E10D0B585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48D3B-A93F-B3E6-0CDE-0F3A26016A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A64D2-FFFD-457F-5125-42E11ECF88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EA727-7DF7-313C-1E48-AB65CA987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83B7-F5D7-4E77-97DA-76CC4056FB59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AE7851-C8A3-8E8A-C89C-909FDC33C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ED62A6-18F2-6779-5B2F-754C54948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1336-C276-49E6-89A4-E26F9BF874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5330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05E0A-6F36-0267-BE39-7AB0C02FD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ECD9D-18C1-7A7A-06D5-2750FFB0E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E3D214-6493-3573-D1D9-9D2CF9F0C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FF803D-A4C8-6BE2-2FB7-981976A65B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F35258-198C-2620-CABB-0F1B76FBCC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D13449-583F-61FD-6FDD-468B754F7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83B7-F5D7-4E77-97DA-76CC4056FB59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EEAFF9-10AE-416F-B4BB-36E0AD46B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3BB225-F3BA-67F5-EA0B-A1A4B522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1336-C276-49E6-89A4-E26F9BF874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193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26B50-B816-CB78-B4E2-8028B83E8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57F399-F971-E918-B8C2-BB4FE2323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83B7-F5D7-4E77-97DA-76CC4056FB59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741121-FBA3-1B10-886F-DAA531E36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447B78-7A0D-16BB-B028-0415AEC0C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1336-C276-49E6-89A4-E26F9BF874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645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B91E5A-B684-D6DA-44BB-5981B486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83B7-F5D7-4E77-97DA-76CC4056FB59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AA0F00-0B65-4494-3A7F-CFB99D0CC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DCFCD-5FC9-E625-A28A-A2C69FAC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1336-C276-49E6-89A4-E26F9BF874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3142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62326-DF67-F475-04EC-B6A56DCE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E237B-5404-3A1C-3947-BB175F9DC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173C2A-6401-545A-E467-7FC838675B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1A6F3B-D139-D97A-2BB3-A5FE7D027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83B7-F5D7-4E77-97DA-76CC4056FB59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A30C8-C8B6-7F7E-F847-421457E18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4A077B-D282-51EA-4B36-1A86ADFD9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1336-C276-49E6-89A4-E26F9BF874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3007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8EE50-67AC-4578-0893-90D290D57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DDF340-C2A4-8D7F-F959-A0A938B4C6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68D79D-3B6B-D5D7-6A56-77F4132567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12105E-3B4C-7CEB-A9DF-66348FFA0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83B7-F5D7-4E77-97DA-76CC4056FB59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C7901C-AEDD-999B-6472-6738F4163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57C4C-8A68-D61B-E158-8116F4523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1336-C276-49E6-89A4-E26F9BF874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385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73ACA-504B-511B-58E1-A0CCEA2C6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CCC92D-2094-8736-22FD-F30CA116C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822EE-A169-F8D8-CEB5-FAAA9FBF6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83B7-F5D7-4E77-97DA-76CC4056FB59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3A654-0C22-6888-C8E1-4BBE1B590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3087E-CA90-E952-1A61-57FC9B12D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1336-C276-49E6-89A4-E26F9BF874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594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D56E4C-3966-F132-1FE3-8804B47DD6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0854F5-E26B-0CF9-4434-C1C8EC911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FBE34-2007-1AA3-FABD-B639C0CD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83B7-F5D7-4E77-97DA-76CC4056FB59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3B5CF-ACCB-237A-F63D-E3A8B4A0F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33B31-95C1-D0E8-2A1F-C3975010B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81336-C276-49E6-89A4-E26F9BF874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6454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7F85A8-60BC-B22A-14D9-DEF5F30BC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D3B63-3C63-66AF-A250-EBDE812FE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343FB-6523-9ADA-9A2C-6C0D50E2D9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1B83B7-F5D7-4E77-97DA-76CC4056FB59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BF8A8-3234-63CB-6377-7EE36B32D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1782F-A4D6-5901-4515-72CC95519F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881336-C276-49E6-89A4-E26F9BF874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0859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microsoft.com/office/2007/relationships/media" Target="../media/media2.mp3"/><Relationship Id="rId7" Type="http://schemas.openxmlformats.org/officeDocument/2006/relationships/image" Target="../media/image1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4.png"/><Relationship Id="rId4" Type="http://schemas.openxmlformats.org/officeDocument/2006/relationships/audio" Target="../media/media2.mp3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yellow candle in the dark&#10;&#10;AI-generated content may be incorrect.">
            <a:extLst>
              <a:ext uri="{FF2B5EF4-FFF2-40B4-BE49-F238E27FC236}">
                <a16:creationId xmlns:a16="http://schemas.microsoft.com/office/drawing/2014/main" id="{F9CD0DF7-1417-A082-ED53-E6BB1DCF2F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915" y="177800"/>
            <a:ext cx="10908630" cy="6680200"/>
          </a:xfrm>
          <a:prstGeom prst="rect">
            <a:avLst/>
          </a:prstGeom>
        </p:spPr>
      </p:pic>
      <p:pic>
        <p:nvPicPr>
          <p:cNvPr id="14" name="Content Placeholder 13" descr="A car with a black background&#10;&#10;AI-generated content may be incorrect.">
            <a:extLst>
              <a:ext uri="{FF2B5EF4-FFF2-40B4-BE49-F238E27FC236}">
                <a16:creationId xmlns:a16="http://schemas.microsoft.com/office/drawing/2014/main" id="{5AE189F6-D425-6C0E-F963-7E2BCC265C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9571" y="3428999"/>
            <a:ext cx="2515609" cy="1526665"/>
          </a:xfrm>
        </p:spPr>
      </p:pic>
      <p:pic>
        <p:nvPicPr>
          <p:cNvPr id="20" name="Picture 19" descr="A black and white image of a car">
            <a:extLst>
              <a:ext uri="{FF2B5EF4-FFF2-40B4-BE49-F238E27FC236}">
                <a16:creationId xmlns:a16="http://schemas.microsoft.com/office/drawing/2014/main" id="{F680513B-8D6F-383A-F928-73DFD9EBE98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8630" y="4136515"/>
            <a:ext cx="9038128" cy="508394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8C537B3-C224-ECED-5BAA-FB40777E8D5C}"/>
              </a:ext>
            </a:extLst>
          </p:cNvPr>
          <p:cNvSpPr txBox="1"/>
          <p:nvPr/>
        </p:nvSpPr>
        <p:spPr>
          <a:xfrm>
            <a:off x="7721600" y="4136515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12E06C-F041-A84A-0AE9-B2FCDB65FB5D}"/>
              </a:ext>
            </a:extLst>
          </p:cNvPr>
          <p:cNvSpPr txBox="1"/>
          <p:nvPr/>
        </p:nvSpPr>
        <p:spPr>
          <a:xfrm>
            <a:off x="7619008" y="3951849"/>
            <a:ext cx="526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dirty="0">
                <a:latin typeface="Arial Black" panose="020B0A04020102020204" pitchFamily="34" charset="0"/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500C87-EB97-F3BA-ED44-30665F6CDAC2}"/>
              </a:ext>
            </a:extLst>
          </p:cNvPr>
          <p:cNvSpPr txBox="1"/>
          <p:nvPr/>
        </p:nvSpPr>
        <p:spPr>
          <a:xfrm>
            <a:off x="7837064" y="4115202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6D38FA-885F-620A-4DBA-BBD259DEF1CF}"/>
              </a:ext>
            </a:extLst>
          </p:cNvPr>
          <p:cNvSpPr txBox="1"/>
          <p:nvPr/>
        </p:nvSpPr>
        <p:spPr>
          <a:xfrm>
            <a:off x="7652671" y="3951849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ACA51A-6CCD-20E1-2E74-D90E5E415476}"/>
              </a:ext>
            </a:extLst>
          </p:cNvPr>
          <p:cNvSpPr txBox="1"/>
          <p:nvPr/>
        </p:nvSpPr>
        <p:spPr>
          <a:xfrm>
            <a:off x="7652671" y="4147171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65B862-E58E-5EAC-73B0-0FCA3C57103A}"/>
              </a:ext>
            </a:extLst>
          </p:cNvPr>
          <p:cNvSpPr txBox="1"/>
          <p:nvPr/>
        </p:nvSpPr>
        <p:spPr>
          <a:xfrm>
            <a:off x="12623800" y="4955664"/>
            <a:ext cx="1005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b="1" dirty="0"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CCE1C55-393A-3067-678D-3AFDA65FCBB0}"/>
              </a:ext>
            </a:extLst>
          </p:cNvPr>
          <p:cNvSpPr txBox="1"/>
          <p:nvPr/>
        </p:nvSpPr>
        <p:spPr>
          <a:xfrm>
            <a:off x="12289026" y="4955664"/>
            <a:ext cx="1005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b="1" dirty="0">
                <a:latin typeface="Arial Black" panose="020B0A04020102020204" pitchFamily="34" charset="0"/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18355A-F950-A248-95C3-CCDAB7AD65F8}"/>
              </a:ext>
            </a:extLst>
          </p:cNvPr>
          <p:cNvSpPr txBox="1"/>
          <p:nvPr/>
        </p:nvSpPr>
        <p:spPr>
          <a:xfrm>
            <a:off x="12289025" y="4955664"/>
            <a:ext cx="1005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b="1" dirty="0"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BC89A9-7102-F624-71BD-D25D83A70002}"/>
              </a:ext>
            </a:extLst>
          </p:cNvPr>
          <p:cNvSpPr txBox="1"/>
          <p:nvPr/>
        </p:nvSpPr>
        <p:spPr>
          <a:xfrm>
            <a:off x="12842475" y="4955664"/>
            <a:ext cx="1005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b="1" dirty="0">
                <a:latin typeface="Arial Black" panose="020B0A04020102020204" pitchFamily="34" charset="0"/>
              </a:rPr>
              <a:t>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A2351CC-CCD4-D2F4-E30C-8A45D2963FB8}"/>
              </a:ext>
            </a:extLst>
          </p:cNvPr>
          <p:cNvSpPr txBox="1"/>
          <p:nvPr/>
        </p:nvSpPr>
        <p:spPr>
          <a:xfrm>
            <a:off x="12842474" y="4955664"/>
            <a:ext cx="1005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b="1" dirty="0"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47582B-9A4B-498E-03FB-A3C747ED973A}"/>
              </a:ext>
            </a:extLst>
          </p:cNvPr>
          <p:cNvSpPr txBox="1"/>
          <p:nvPr/>
        </p:nvSpPr>
        <p:spPr>
          <a:xfrm>
            <a:off x="12901064" y="4955664"/>
            <a:ext cx="1005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b="1" dirty="0">
                <a:latin typeface="Arial Black" panose="020B0A04020102020204" pitchFamily="34" charset="0"/>
              </a:rPr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A5E587E-FF8C-83D2-9ED2-3D5FDF80CB32}"/>
              </a:ext>
            </a:extLst>
          </p:cNvPr>
          <p:cNvSpPr txBox="1"/>
          <p:nvPr/>
        </p:nvSpPr>
        <p:spPr>
          <a:xfrm>
            <a:off x="12841925" y="4955664"/>
            <a:ext cx="1005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b="1" dirty="0"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907A3E2-3855-8B06-388E-0B4F3FA93047}"/>
              </a:ext>
            </a:extLst>
          </p:cNvPr>
          <p:cNvSpPr txBox="1"/>
          <p:nvPr/>
        </p:nvSpPr>
        <p:spPr>
          <a:xfrm>
            <a:off x="12920474" y="4955664"/>
            <a:ext cx="1005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b="1" dirty="0"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601EAA1-5500-D284-D274-046F0732F708}"/>
              </a:ext>
            </a:extLst>
          </p:cNvPr>
          <p:cNvSpPr txBox="1"/>
          <p:nvPr/>
        </p:nvSpPr>
        <p:spPr>
          <a:xfrm>
            <a:off x="12267693" y="4864100"/>
            <a:ext cx="5950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b="1" dirty="0">
                <a:latin typeface="Arial Black" panose="020B0A04020102020204" pitchFamily="34" charset="0"/>
              </a:rPr>
              <a:t>-</a:t>
            </a:r>
          </a:p>
        </p:txBody>
      </p:sp>
      <p:pic>
        <p:nvPicPr>
          <p:cNvPr id="46" name="car-crash-sound-effect-376874">
            <a:hlinkClick r:id="" action="ppaction://media"/>
            <a:extLst>
              <a:ext uri="{FF2B5EF4-FFF2-40B4-BE49-F238E27FC236}">
                <a16:creationId xmlns:a16="http://schemas.microsoft.com/office/drawing/2014/main" id="{7E3E963C-738D-E4D8-2B04-CE50AD61571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  <p:pic>
        <p:nvPicPr>
          <p:cNvPr id="47" name="car-pass-by-337871">
            <a:hlinkClick r:id="" action="ppaction://media"/>
            <a:extLst>
              <a:ext uri="{FF2B5EF4-FFF2-40B4-BE49-F238E27FC236}">
                <a16:creationId xmlns:a16="http://schemas.microsoft.com/office/drawing/2014/main" id="{CA53E276-A505-C689-4469-B2CF99CCC3A4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79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400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75E-6 -2.59259E-6 L 0.5612 -2.59259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6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4.58333E-6 -2.59259E-6 L -1.61093 0.0261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547" y="129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1.04167E-6 -3.7037E-6 L 0.46081 -0.01898 " pathEditMode="relative" rAng="0" ptsTypes="AA">
                                      <p:cBhvr>
                                        <p:cTn id="10" dur="1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034" y="-94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375E-6 2.22222E-6 L 0.40873 -0.00741 " pathEditMode="relative" rAng="0" ptsTypes="AA">
                                      <p:cBhvr>
                                        <p:cTn id="12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430" y="-37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3.95833E-6 -4.81481E-6 L 0.51732 -0.00208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859" y="-11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3.33333E-6 1.85185E-6 L 0.44062 -0.01991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031" y="-995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08333E-7 -4.44444E-6 L 0.44596 -0.01967 " pathEditMode="relative" rAng="0" ptsTypes="AA">
                                      <p:cBhvr>
                                        <p:cTn id="18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292" y="-995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-2.5E-6 2.96296E-6 L -0.95781 0.00509 " pathEditMode="relative" rAng="0" ptsTypes="AA">
                                      <p:cBhvr>
                                        <p:cTn id="20" dur="1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891" y="255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1.45833E-6 2.96296E-6 L -0.83867 0.00509 " pathEditMode="relative" rAng="0" ptsTypes="AA">
                                      <p:cBhvr>
                                        <p:cTn id="22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940" y="255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animMotion origin="layout" path="M 1.45833E-6 2.96296E-6 L -0.74909 0.00509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461" y="255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animMotion origin="layout" path="M -1.25E-6 2.96296E-6 L -0.7039 0.00509 " pathEditMode="relative" rAng="0" ptsTypes="AA">
                                      <p:cBhvr>
                                        <p:cTn id="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195" y="255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1.25E-6 2.96296E-6 L -0.48932 0.00509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466" y="255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1.04167E-6 2.96296E-6 L -0.3931 0.00509 " pathEditMode="relative" rAng="0" ptsTypes="AA">
                                      <p:cBhvr>
                                        <p:cTn id="30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661" y="25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1.25E-6 2.96296E-6 L -0.29974 0.00509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987" y="255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1.45833E-6 2.96296E-6 L -0.22278 0.00185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146" y="93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04167E-6 -1.11111E-6 L -0.5306 0.00509 " pathEditMode="relative" rAng="0" ptsTypes="AA">
                                      <p:cBhvr>
                                        <p:cTn id="3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536" y="255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" presetClass="mediacall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cmd type="call" cmd="playFrom(0.0)">
                                      <p:cBhvr>
                                        <p:cTn id="38" dur="2115" fill="hold"/>
                                        <p:tgtEl>
                                          <p:spTgt spid="4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3422" fill="hold"/>
                                        <p:tgtEl>
                                          <p:spTgt spid="4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44898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6"/>
                </p:tgtEl>
              </p:cMediaNode>
            </p:audio>
            <p:audio>
              <p:cMediaNode vol="80000">
                <p:cTn id="4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7"/>
                </p:tgtEl>
              </p:cMediaNode>
            </p:audio>
          </p:childTnLst>
        </p:cTn>
      </p:par>
    </p:tnLst>
    <p:bldLst>
      <p:bldP spid="29" grpId="0"/>
      <p:bldP spid="30" grpId="0"/>
      <p:bldP spid="31" grpId="0"/>
      <p:bldP spid="32" grpId="0"/>
      <p:bldP spid="33" grpId="0"/>
      <p:bldP spid="34" grpId="0"/>
      <p:bldP spid="35" grpId="0"/>
      <p:bldP spid="37" grpId="0"/>
      <p:bldP spid="38" grpId="0"/>
      <p:bldP spid="41" grpId="0"/>
      <p:bldP spid="42" grpId="0"/>
      <p:bldP spid="43" grpId="0"/>
      <p:bldP spid="44" grpId="0"/>
      <p:bldP spid="4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9842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1099</TotalTime>
  <Words>15</Words>
  <Application>Microsoft Office PowerPoint</Application>
  <PresentationFormat>Widescreen</PresentationFormat>
  <Paragraphs>15</Paragraphs>
  <Slides>2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Arial Black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Overment</dc:creator>
  <cp:lastModifiedBy>Thomas Overment</cp:lastModifiedBy>
  <cp:revision>1</cp:revision>
  <dcterms:created xsi:type="dcterms:W3CDTF">2025-12-09T09:22:19Z</dcterms:created>
  <dcterms:modified xsi:type="dcterms:W3CDTF">2025-12-10T03:41:43Z</dcterms:modified>
</cp:coreProperties>
</file>